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GrowUP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サポート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個人事業主・店舗向け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格安ホームページ制作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サービス・料金 案内資料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160520"/>
            <a:ext cx="23774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制作費 60,000円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4160520"/>
            <a:ext cx="23774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月額 10,000円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4160520"/>
            <a:ext cx="237744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いつでも解約OK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こんなお悩みはありませんか？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289304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11704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Instagramだけで集客していて、料金表や予約方法が流れてしまう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1837944"/>
            <a:ext cx="8412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048256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929384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Googleマップに公式サイトがなく、信用してもらいにくい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048" y="2596896"/>
            <a:ext cx="8412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807208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68833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ホームページが欲しいけど、制作会社に10〜100万円は出せない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" y="3355848"/>
            <a:ext cx="8412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566160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44728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開業したばかりで、集客の入口を作りたい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4114800"/>
            <a:ext cx="8412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325112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LINEやDMで予約を受けているが、なかなか問い合わせが増えない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GrowUPが解決します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1ページのホームページで、集客の入口を低コストで作れます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初期制作費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円（税込）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356616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ホームページ制作一式込み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691640"/>
            <a:ext cx="35661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月額管理費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円 ／ 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3703320"/>
            <a:ext cx="3566160" cy="5943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703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いつでも月単位で解約OK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制作するホームページに含まれるもの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972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9848" y="10972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スマホ対応デザイン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0972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04688" y="10972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サービス紹介・料金表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0574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9848" y="205740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LINE／電話／地図リンク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0574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04688" y="205740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SNSリンク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30175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📩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69848" y="301752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問い合わせボタン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0175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04688" y="301752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基本SEO設定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7764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69848" y="397764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制作中の修正1回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397764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04688" y="397764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公開後の軽微な更新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なぜこの価格で作れるのか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984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無駄のない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制作フロー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大手のように何十人も関わらず、必要な工程だけに集中。コスト削減をそのまま価格に還元しています。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2984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83280" y="20299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1人運営で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中間コストゼロ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営業費・管理費がかかりません。費用はすべてお客様の制作品質に使われます。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4300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2984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20299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必要なものに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絞った設計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予約・決済など「今は不要なもの」は省略。料金・連絡先を1ページに集めるだけで集客効果は大きく変わります。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制作の流れ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901952"/>
            <a:ext cx="2286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3258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無料相談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（LINE）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306324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集客状況・掲載内容をヒアリング。「何を載せればいいか分からない」でもOKです。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901952"/>
            <a:ext cx="2286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18872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3258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2176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ページ構成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の提案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306324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ヒアリングをもとに無料でページ案を提案。合意したら制作スタート。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901952"/>
            <a:ext cx="2286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18872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57800" y="13258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2176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制作・確認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06324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1〜2週間で初稿を納品。1回の修正を反映します。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188720"/>
            <a:ext cx="1920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3258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21762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31152" y="306324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ドメイン・サーバー設定まで対応。公開後も軽微な更新はいつでも。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よくある質問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1615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本当に6万円で作れますか？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6184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無駄な工程を省いたシンプルな制作フローにより実現。予約システム・複数ページは別途お見積りとなります。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93976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67128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396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月額1万円はいつまでかかりますか？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56946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5694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解約されるまでです。月単位でいつでも解約でき、解約後の管理・更新対応は終了となります。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44952"/>
            <a:ext cx="8503920" cy="8412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18104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0906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パソコンが苦手でも大丈夫ですか？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5204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はい。すべてLINEでのやりとりで進められます。専門知識は一切不要です。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06908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0416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完成まで何日かかりますか？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44714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4714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ヒアリング〜公開まで、通常1〜2週間程度です。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まずは無料でご相談ください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「何を載せればいいか分からない」その段階でもOKです。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LINEで一言送るだけで、無料でページ案をお出しします。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2514600"/>
            <a:ext cx="5303520" cy="13716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20240" y="25146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LINEで「HP相談」と送る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https://lin.ee/Y4Uq7uP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返信24時間以内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強引な勧誘なし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完全無料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GrowUP HP制作サービス案内</dc:title>
  <dc:subject>PptxGenJS Presentation</dc:subject>
  <dc:creator>PptxGenJS</dc:creator>
  <cp:lastModifiedBy>PptxGenJS</cp:lastModifiedBy>
  <cp:revision>1</cp:revision>
  <dcterms:created xsi:type="dcterms:W3CDTF">2026-05-29T07:50:49Z</dcterms:created>
  <dcterms:modified xsi:type="dcterms:W3CDTF">2026-05-29T07:50:49Z</dcterms:modified>
</cp:coreProperties>
</file>